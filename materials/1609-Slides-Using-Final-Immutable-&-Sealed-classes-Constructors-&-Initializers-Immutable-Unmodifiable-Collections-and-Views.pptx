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77" r:id="rId2"/>
    <p:sldId id="281" r:id="rId3"/>
  </p:sldIdLst>
  <p:sldSz cx="36576000" cy="20574000"/>
  <p:notesSz cx="6858000" cy="9144000"/>
  <p:defaultTextStyle>
    <a:defPPr marL="0" marR="0" indent="0" algn="l" defTabSz="1369222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696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1236104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7488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1pPr>
    <a:lvl2pPr marL="0" marR="0" indent="342306" algn="ctr" defTabSz="1236104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7488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2pPr>
    <a:lvl3pPr marL="0" marR="0" indent="684612" algn="ctr" defTabSz="1236104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7488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3pPr>
    <a:lvl4pPr marL="0" marR="0" indent="1026916" algn="ctr" defTabSz="1236104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7488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4pPr>
    <a:lvl5pPr marL="0" marR="0" indent="1369222" algn="ctr" defTabSz="1236104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7488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5pPr>
    <a:lvl6pPr marL="0" marR="0" indent="1711528" algn="ctr" defTabSz="1236104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7488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6pPr>
    <a:lvl7pPr marL="0" marR="0" indent="2053834" algn="ctr" defTabSz="1236104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7488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7pPr>
    <a:lvl8pPr marL="0" marR="0" indent="2396140" algn="ctr" defTabSz="1236104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7488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8pPr>
    <a:lvl9pPr marL="0" marR="0" indent="2738446" algn="ctr" defTabSz="1236104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7488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1E1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398CCE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5AC831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2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E6E4D7"/>
          </a:solidFill>
        </a:fill>
      </a:tcStyle>
    </a:wholeTbl>
    <a:band2H>
      <a:tcTxStyle/>
      <a:tcStyle>
        <a:tcBdr/>
        <a:fill>
          <a:solidFill>
            <a:srgbClr val="C3C2C2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09C99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CE5E6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D0D1D2"/>
          </a:solidFill>
        </a:fill>
      </a:tcStyle>
    </a:wholeTbl>
    <a:band2H>
      <a:tcTxStyle/>
      <a:tcStyle>
        <a:tcBdr/>
        <a:fill>
          <a:solidFill>
            <a:srgbClr val="DEDEDF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761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909398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67C85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132" autoAdjust="0"/>
    <p:restoredTop sz="94660"/>
  </p:normalViewPr>
  <p:slideViewPr>
    <p:cSldViewPr snapToGrid="0">
      <p:cViewPr varScale="1">
        <p:scale>
          <a:sx n="52" d="100"/>
          <a:sy n="52" d="100"/>
        </p:scale>
        <p:origin x="1152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Shape 116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17" name="Shape 117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78303747"/>
      </p:ext>
    </p:extLst>
  </p:cSld>
  <p:clrMap bg1="lt1" tx1="dk1" bg2="lt2" tx2="dk2" accent1="accent1" accent2="accent2" accent3="accent3" accent4="accent4" accent5="accent5" accent6="accent6" hlink="hlink" folHlink="folHlink"/>
  <p:notesStyle>
    <a:lvl1pPr defTabSz="684612" latinLnBrk="0">
      <a:lnSpc>
        <a:spcPct val="117999"/>
      </a:lnSpc>
      <a:defRPr sz="3294">
        <a:latin typeface="Helvetica Neue"/>
        <a:ea typeface="Helvetica Neue"/>
        <a:cs typeface="Helvetica Neue"/>
        <a:sym typeface="Helvetica Neue"/>
      </a:defRPr>
    </a:lvl1pPr>
    <a:lvl2pPr indent="342306" defTabSz="684612" latinLnBrk="0">
      <a:lnSpc>
        <a:spcPct val="117999"/>
      </a:lnSpc>
      <a:defRPr sz="3294">
        <a:latin typeface="Helvetica Neue"/>
        <a:ea typeface="Helvetica Neue"/>
        <a:cs typeface="Helvetica Neue"/>
        <a:sym typeface="Helvetica Neue"/>
      </a:defRPr>
    </a:lvl2pPr>
    <a:lvl3pPr indent="684612" defTabSz="684612" latinLnBrk="0">
      <a:lnSpc>
        <a:spcPct val="117999"/>
      </a:lnSpc>
      <a:defRPr sz="3294">
        <a:latin typeface="Helvetica Neue"/>
        <a:ea typeface="Helvetica Neue"/>
        <a:cs typeface="Helvetica Neue"/>
        <a:sym typeface="Helvetica Neue"/>
      </a:defRPr>
    </a:lvl3pPr>
    <a:lvl4pPr indent="1026916" defTabSz="684612" latinLnBrk="0">
      <a:lnSpc>
        <a:spcPct val="117999"/>
      </a:lnSpc>
      <a:defRPr sz="3294">
        <a:latin typeface="Helvetica Neue"/>
        <a:ea typeface="Helvetica Neue"/>
        <a:cs typeface="Helvetica Neue"/>
        <a:sym typeface="Helvetica Neue"/>
      </a:defRPr>
    </a:lvl4pPr>
    <a:lvl5pPr indent="1369222" defTabSz="684612" latinLnBrk="0">
      <a:lnSpc>
        <a:spcPct val="117999"/>
      </a:lnSpc>
      <a:defRPr sz="3294">
        <a:latin typeface="Helvetica Neue"/>
        <a:ea typeface="Helvetica Neue"/>
        <a:cs typeface="Helvetica Neue"/>
        <a:sym typeface="Helvetica Neue"/>
      </a:defRPr>
    </a:lvl5pPr>
    <a:lvl6pPr indent="1711528" defTabSz="684612" latinLnBrk="0">
      <a:lnSpc>
        <a:spcPct val="117999"/>
      </a:lnSpc>
      <a:defRPr sz="3294">
        <a:latin typeface="Helvetica Neue"/>
        <a:ea typeface="Helvetica Neue"/>
        <a:cs typeface="Helvetica Neue"/>
        <a:sym typeface="Helvetica Neue"/>
      </a:defRPr>
    </a:lvl6pPr>
    <a:lvl7pPr indent="2053834" defTabSz="684612" latinLnBrk="0">
      <a:lnSpc>
        <a:spcPct val="117999"/>
      </a:lnSpc>
      <a:defRPr sz="3294">
        <a:latin typeface="Helvetica Neue"/>
        <a:ea typeface="Helvetica Neue"/>
        <a:cs typeface="Helvetica Neue"/>
        <a:sym typeface="Helvetica Neue"/>
      </a:defRPr>
    </a:lvl7pPr>
    <a:lvl8pPr indent="2396140" defTabSz="684612" latinLnBrk="0">
      <a:lnSpc>
        <a:spcPct val="117999"/>
      </a:lnSpc>
      <a:defRPr sz="3294">
        <a:latin typeface="Helvetica Neue"/>
        <a:ea typeface="Helvetica Neue"/>
        <a:cs typeface="Helvetica Neue"/>
        <a:sym typeface="Helvetica Neue"/>
      </a:defRPr>
    </a:lvl8pPr>
    <a:lvl9pPr indent="2738446" defTabSz="684612" latinLnBrk="0">
      <a:lnSpc>
        <a:spcPct val="117999"/>
      </a:lnSpc>
      <a:defRPr sz="3294">
        <a:latin typeface="Helvetica Neue"/>
        <a:ea typeface="Helvetica Neue"/>
        <a:cs typeface="Helvetica Neue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38545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15173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20"/>
          <p:cNvSpPr>
            <a:spLocks noGrp="1"/>
          </p:cNvSpPr>
          <p:nvPr>
            <p:ph type="pic" idx="13"/>
          </p:nvPr>
        </p:nvSpPr>
        <p:spPr>
          <a:xfrm>
            <a:off x="4688955" y="1009652"/>
            <a:ext cx="27203402" cy="131064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21" name="Shape 21"/>
          <p:cNvSpPr>
            <a:spLocks noGrp="1"/>
          </p:cNvSpPr>
          <p:nvPr>
            <p:ph type="title"/>
          </p:nvPr>
        </p:nvSpPr>
        <p:spPr>
          <a:xfrm>
            <a:off x="952500" y="14173202"/>
            <a:ext cx="34671000" cy="3009900"/>
          </a:xfrm>
          <a:prstGeom prst="rect">
            <a:avLst/>
          </a:prstGeom>
        </p:spPr>
        <p:txBody>
          <a:bodyPr anchor="b"/>
          <a:lstStyle/>
          <a:p>
            <a:r>
              <a:t>Title Text</a:t>
            </a:r>
          </a:p>
        </p:txBody>
      </p:sp>
      <p:sp>
        <p:nvSpPr>
          <p:cNvPr id="22" name="Shape 22"/>
          <p:cNvSpPr>
            <a:spLocks noGrp="1"/>
          </p:cNvSpPr>
          <p:nvPr>
            <p:ph type="body" sz="quarter" idx="1"/>
          </p:nvPr>
        </p:nvSpPr>
        <p:spPr>
          <a:xfrm>
            <a:off x="952500" y="17278351"/>
            <a:ext cx="34671000" cy="238125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6600"/>
            </a:lvl1pPr>
            <a:lvl2pPr marL="0" indent="342882" algn="ctr">
              <a:spcBef>
                <a:spcPts val="0"/>
              </a:spcBef>
              <a:buSzTx/>
              <a:buNone/>
              <a:defRPr sz="6600"/>
            </a:lvl2pPr>
            <a:lvl3pPr marL="0" indent="685764" algn="ctr">
              <a:spcBef>
                <a:spcPts val="0"/>
              </a:spcBef>
              <a:buSzTx/>
              <a:buNone/>
              <a:defRPr sz="6600"/>
            </a:lvl3pPr>
            <a:lvl4pPr marL="0" indent="1028644" algn="ctr">
              <a:spcBef>
                <a:spcPts val="0"/>
              </a:spcBef>
              <a:buSzTx/>
              <a:buNone/>
              <a:defRPr sz="6600"/>
            </a:lvl4pPr>
            <a:lvl5pPr marL="0" indent="1371526" algn="ctr">
              <a:spcBef>
                <a:spcPts val="0"/>
              </a:spcBef>
              <a:buSzTx/>
              <a:buNone/>
              <a:defRPr sz="66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3" name="Shape 23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30"/>
          <p:cNvSpPr>
            <a:spLocks noGrp="1"/>
          </p:cNvSpPr>
          <p:nvPr>
            <p:ph type="title"/>
          </p:nvPr>
        </p:nvSpPr>
        <p:spPr>
          <a:xfrm>
            <a:off x="2667000" y="6800852"/>
            <a:ext cx="31242000" cy="6972300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1" name="Shape 31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hape 38"/>
          <p:cNvSpPr>
            <a:spLocks noGrp="1"/>
          </p:cNvSpPr>
          <p:nvPr>
            <p:ph type="pic" sz="half" idx="13"/>
          </p:nvPr>
        </p:nvSpPr>
        <p:spPr>
          <a:xfrm>
            <a:off x="19748973" y="1657352"/>
            <a:ext cx="14287502" cy="172593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39" name="Shape 39"/>
          <p:cNvSpPr>
            <a:spLocks noGrp="1"/>
          </p:cNvSpPr>
          <p:nvPr>
            <p:ph type="title"/>
          </p:nvPr>
        </p:nvSpPr>
        <p:spPr>
          <a:xfrm>
            <a:off x="2476503" y="1657350"/>
            <a:ext cx="15335250" cy="8420100"/>
          </a:xfrm>
          <a:prstGeom prst="rect">
            <a:avLst/>
          </a:prstGeom>
        </p:spPr>
        <p:txBody>
          <a:bodyPr anchor="b"/>
          <a:lstStyle>
            <a:lvl1pPr>
              <a:defRPr sz="12598"/>
            </a:lvl1pPr>
          </a:lstStyle>
          <a:p>
            <a:r>
              <a:t>Title Text</a:t>
            </a:r>
          </a:p>
        </p:txBody>
      </p:sp>
      <p:sp>
        <p:nvSpPr>
          <p:cNvPr id="40" name="Shape 40"/>
          <p:cNvSpPr>
            <a:spLocks noGrp="1"/>
          </p:cNvSpPr>
          <p:nvPr>
            <p:ph type="body" sz="quarter" idx="1"/>
          </p:nvPr>
        </p:nvSpPr>
        <p:spPr>
          <a:xfrm>
            <a:off x="2476503" y="10267950"/>
            <a:ext cx="15335250" cy="86487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6600"/>
            </a:lvl1pPr>
            <a:lvl2pPr marL="0" indent="342882" algn="ctr">
              <a:spcBef>
                <a:spcPts val="0"/>
              </a:spcBef>
              <a:buSzTx/>
              <a:buNone/>
              <a:defRPr sz="6600"/>
            </a:lvl2pPr>
            <a:lvl3pPr marL="0" indent="685764" algn="ctr">
              <a:spcBef>
                <a:spcPts val="0"/>
              </a:spcBef>
              <a:buSzTx/>
              <a:buNone/>
              <a:defRPr sz="6600"/>
            </a:lvl3pPr>
            <a:lvl4pPr marL="0" indent="1028644" algn="ctr">
              <a:spcBef>
                <a:spcPts val="0"/>
              </a:spcBef>
              <a:buSzTx/>
              <a:buNone/>
              <a:defRPr sz="6600"/>
            </a:lvl4pPr>
            <a:lvl5pPr marL="0" indent="1371526" algn="ctr">
              <a:spcBef>
                <a:spcPts val="0"/>
              </a:spcBef>
              <a:buSzTx/>
              <a:buNone/>
              <a:defRPr sz="66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1" name="Shape 41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Shape 48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9" name="Shape 49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Shape 56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57" name="Shape 57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8" name="Shape 58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hape 65"/>
          <p:cNvSpPr>
            <a:spLocks noGrp="1"/>
          </p:cNvSpPr>
          <p:nvPr>
            <p:ph type="pic" sz="half" idx="13"/>
          </p:nvPr>
        </p:nvSpPr>
        <p:spPr>
          <a:xfrm>
            <a:off x="19754850" y="4857753"/>
            <a:ext cx="14287500" cy="1381125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66" name="Shape 66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67" name="Shape 67"/>
          <p:cNvSpPr>
            <a:spLocks noGrp="1"/>
          </p:cNvSpPr>
          <p:nvPr>
            <p:ph type="body" sz="half" idx="1"/>
          </p:nvPr>
        </p:nvSpPr>
        <p:spPr>
          <a:xfrm>
            <a:off x="2533650" y="4857753"/>
            <a:ext cx="15011400" cy="13811250"/>
          </a:xfrm>
          <a:prstGeom prst="rect">
            <a:avLst/>
          </a:prstGeom>
        </p:spPr>
        <p:txBody>
          <a:bodyPr/>
          <a:lstStyle>
            <a:lvl1pPr marL="838154" indent="-838154">
              <a:spcBef>
                <a:spcPts val="6750"/>
              </a:spcBef>
              <a:defRPr sz="6750"/>
            </a:lvl1pPr>
            <a:lvl2pPr marL="1676310" indent="-838154">
              <a:spcBef>
                <a:spcPts val="6750"/>
              </a:spcBef>
              <a:defRPr sz="6750"/>
            </a:lvl2pPr>
            <a:lvl3pPr marL="2514464" indent="-838154">
              <a:spcBef>
                <a:spcPts val="6750"/>
              </a:spcBef>
              <a:defRPr sz="6750"/>
            </a:lvl3pPr>
            <a:lvl4pPr marL="3352620" indent="-838154">
              <a:spcBef>
                <a:spcPts val="6750"/>
              </a:spcBef>
              <a:defRPr sz="6750"/>
            </a:lvl4pPr>
            <a:lvl5pPr marL="4190774" indent="-838154">
              <a:spcBef>
                <a:spcPts val="6750"/>
              </a:spcBef>
              <a:defRPr sz="675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8" name="Shape 68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75"/>
          <p:cNvSpPr>
            <a:spLocks noGrp="1"/>
          </p:cNvSpPr>
          <p:nvPr>
            <p:ph type="body" idx="1"/>
          </p:nvPr>
        </p:nvSpPr>
        <p:spPr>
          <a:xfrm>
            <a:off x="2533650" y="2667001"/>
            <a:ext cx="31508700" cy="15220950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6" name="Shape 76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Shape 83"/>
          <p:cNvSpPr>
            <a:spLocks noGrp="1"/>
          </p:cNvSpPr>
          <p:nvPr>
            <p:ph type="pic" sz="quarter" idx="13"/>
          </p:nvPr>
        </p:nvSpPr>
        <p:spPr>
          <a:xfrm>
            <a:off x="23641053" y="10572751"/>
            <a:ext cx="11106150" cy="832485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84" name="Shape 84"/>
          <p:cNvSpPr>
            <a:spLocks noGrp="1"/>
          </p:cNvSpPr>
          <p:nvPr>
            <p:ph type="pic" sz="quarter" idx="14"/>
          </p:nvPr>
        </p:nvSpPr>
        <p:spPr>
          <a:xfrm>
            <a:off x="23641053" y="1695451"/>
            <a:ext cx="11106150" cy="832485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85" name="Shape 85"/>
          <p:cNvSpPr>
            <a:spLocks noGrp="1"/>
          </p:cNvSpPr>
          <p:nvPr>
            <p:ph type="pic" idx="15"/>
          </p:nvPr>
        </p:nvSpPr>
        <p:spPr>
          <a:xfrm>
            <a:off x="1809750" y="1695451"/>
            <a:ext cx="21259800" cy="1720215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86" name="Shape 86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Shape 93"/>
          <p:cNvSpPr>
            <a:spLocks noGrp="1"/>
          </p:cNvSpPr>
          <p:nvPr>
            <p:ph type="body" sz="quarter" idx="13"/>
          </p:nvPr>
        </p:nvSpPr>
        <p:spPr>
          <a:xfrm>
            <a:off x="3581403" y="13430251"/>
            <a:ext cx="29432250" cy="979755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  <a:defRPr sz="5700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–Johnny Appleseed</a:t>
            </a:r>
          </a:p>
        </p:txBody>
      </p:sp>
      <p:sp>
        <p:nvSpPr>
          <p:cNvPr id="94" name="Shape 94"/>
          <p:cNvSpPr>
            <a:spLocks noGrp="1"/>
          </p:cNvSpPr>
          <p:nvPr>
            <p:ph type="body" sz="quarter" idx="14"/>
          </p:nvPr>
        </p:nvSpPr>
        <p:spPr>
          <a:xfrm>
            <a:off x="3581403" y="9083251"/>
            <a:ext cx="29432250" cy="1302601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</a:lvl1pPr>
          </a:lstStyle>
          <a:p>
            <a:r>
              <a:t>“Type a quote here.” </a:t>
            </a:r>
          </a:p>
        </p:txBody>
      </p:sp>
      <p:sp>
        <p:nvSpPr>
          <p:cNvPr id="95" name="Shape 95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Shape 102"/>
          <p:cNvSpPr>
            <a:spLocks noGrp="1"/>
          </p:cNvSpPr>
          <p:nvPr>
            <p:ph type="pic" idx="13"/>
          </p:nvPr>
        </p:nvSpPr>
        <p:spPr>
          <a:xfrm>
            <a:off x="0" y="2"/>
            <a:ext cx="36576000" cy="205740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103" name="Shape 103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Shape 110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>
            <a:spLocks noGrp="1"/>
          </p:cNvSpPr>
          <p:nvPr>
            <p:ph type="title"/>
          </p:nvPr>
        </p:nvSpPr>
        <p:spPr>
          <a:xfrm>
            <a:off x="2533650" y="1428750"/>
            <a:ext cx="31508700" cy="3429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50800" tIns="50800" rIns="50800" bIns="50800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Shape 3"/>
          <p:cNvSpPr>
            <a:spLocks noGrp="1"/>
          </p:cNvSpPr>
          <p:nvPr>
            <p:ph type="body" idx="1"/>
          </p:nvPr>
        </p:nvSpPr>
        <p:spPr>
          <a:xfrm>
            <a:off x="2533650" y="4857753"/>
            <a:ext cx="31508700" cy="138112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50800" tIns="50800" rIns="50800" bIns="50800" anchor="ctr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hape 4"/>
          <p:cNvSpPr>
            <a:spLocks noGrp="1"/>
          </p:cNvSpPr>
          <p:nvPr>
            <p:ph type="sldNum" sz="quarter" idx="2"/>
          </p:nvPr>
        </p:nvSpPr>
        <p:spPr>
          <a:xfrm>
            <a:off x="17880931" y="19621502"/>
            <a:ext cx="795089" cy="65659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>
              <a:defRPr sz="36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transition spd="med"/>
  <p:txStyles>
    <p:titleStyle>
      <a:lvl1pPr marL="0" marR="0" indent="0" algn="ctr" defTabSz="123818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8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1pPr>
      <a:lvl2pPr marL="0" marR="0" indent="342882" algn="ctr" defTabSz="123818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8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2pPr>
      <a:lvl3pPr marL="0" marR="0" indent="685764" algn="ctr" defTabSz="123818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8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3pPr>
      <a:lvl4pPr marL="0" marR="0" indent="1028644" algn="ctr" defTabSz="123818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8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4pPr>
      <a:lvl5pPr marL="0" marR="0" indent="1371526" algn="ctr" defTabSz="123818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8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5pPr>
      <a:lvl6pPr marL="0" marR="0" indent="1714408" algn="ctr" defTabSz="123818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8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6pPr>
      <a:lvl7pPr marL="0" marR="0" indent="2057290" algn="ctr" defTabSz="123818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8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7pPr>
      <a:lvl8pPr marL="0" marR="0" indent="2400170" algn="ctr" defTabSz="123818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8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8pPr>
      <a:lvl9pPr marL="0" marR="0" indent="2743052" algn="ctr" defTabSz="123818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8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9pPr>
    </p:titleStyle>
    <p:bodyStyle>
      <a:lvl1pPr marL="952448" marR="0" indent="-952448" algn="l" defTabSz="1238182" rtl="0" latinLnBrk="0">
        <a:lnSpc>
          <a:spcPct val="100000"/>
        </a:lnSpc>
        <a:spcBef>
          <a:spcPts val="8850"/>
        </a:spcBef>
        <a:spcAft>
          <a:spcPts val="0"/>
        </a:spcAft>
        <a:buClrTx/>
        <a:buSzPct val="75000"/>
        <a:buFontTx/>
        <a:buChar char="•"/>
        <a:tabLst/>
        <a:defRPr sz="7798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1pPr>
      <a:lvl2pPr marL="1904898" marR="0" indent="-952448" algn="l" defTabSz="1238182" rtl="0" latinLnBrk="0">
        <a:lnSpc>
          <a:spcPct val="100000"/>
        </a:lnSpc>
        <a:spcBef>
          <a:spcPts val="8850"/>
        </a:spcBef>
        <a:spcAft>
          <a:spcPts val="0"/>
        </a:spcAft>
        <a:buClrTx/>
        <a:buSzPct val="75000"/>
        <a:buFontTx/>
        <a:buChar char="•"/>
        <a:tabLst/>
        <a:defRPr sz="7798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2pPr>
      <a:lvl3pPr marL="2857346" marR="0" indent="-952448" algn="l" defTabSz="1238182" rtl="0" latinLnBrk="0">
        <a:lnSpc>
          <a:spcPct val="100000"/>
        </a:lnSpc>
        <a:spcBef>
          <a:spcPts val="8850"/>
        </a:spcBef>
        <a:spcAft>
          <a:spcPts val="0"/>
        </a:spcAft>
        <a:buClrTx/>
        <a:buSzPct val="75000"/>
        <a:buFontTx/>
        <a:buChar char="•"/>
        <a:tabLst/>
        <a:defRPr sz="7798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3pPr>
      <a:lvl4pPr marL="3809796" marR="0" indent="-952448" algn="l" defTabSz="1238182" rtl="0" latinLnBrk="0">
        <a:lnSpc>
          <a:spcPct val="100000"/>
        </a:lnSpc>
        <a:spcBef>
          <a:spcPts val="8850"/>
        </a:spcBef>
        <a:spcAft>
          <a:spcPts val="0"/>
        </a:spcAft>
        <a:buClrTx/>
        <a:buSzPct val="75000"/>
        <a:buFontTx/>
        <a:buChar char="•"/>
        <a:tabLst/>
        <a:defRPr sz="7798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4pPr>
      <a:lvl5pPr marL="4762244" marR="0" indent="-952448" algn="l" defTabSz="1238182" rtl="0" latinLnBrk="0">
        <a:lnSpc>
          <a:spcPct val="100000"/>
        </a:lnSpc>
        <a:spcBef>
          <a:spcPts val="8850"/>
        </a:spcBef>
        <a:spcAft>
          <a:spcPts val="0"/>
        </a:spcAft>
        <a:buClrTx/>
        <a:buSzPct val="75000"/>
        <a:buFontTx/>
        <a:buChar char="•"/>
        <a:tabLst/>
        <a:defRPr sz="7798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5pPr>
      <a:lvl6pPr marL="5714692" marR="0" indent="-952448" algn="l" defTabSz="1238182" rtl="0" latinLnBrk="0">
        <a:lnSpc>
          <a:spcPct val="100000"/>
        </a:lnSpc>
        <a:spcBef>
          <a:spcPts val="8850"/>
        </a:spcBef>
        <a:spcAft>
          <a:spcPts val="0"/>
        </a:spcAft>
        <a:buClrTx/>
        <a:buSzPct val="75000"/>
        <a:buFontTx/>
        <a:buChar char="•"/>
        <a:tabLst/>
        <a:defRPr sz="7798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6pPr>
      <a:lvl7pPr marL="6667142" marR="0" indent="-952448" algn="l" defTabSz="1238182" rtl="0" latinLnBrk="0">
        <a:lnSpc>
          <a:spcPct val="100000"/>
        </a:lnSpc>
        <a:spcBef>
          <a:spcPts val="8850"/>
        </a:spcBef>
        <a:spcAft>
          <a:spcPts val="0"/>
        </a:spcAft>
        <a:buClrTx/>
        <a:buSzPct val="75000"/>
        <a:buFontTx/>
        <a:buChar char="•"/>
        <a:tabLst/>
        <a:defRPr sz="7798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7pPr>
      <a:lvl8pPr marL="7619590" marR="0" indent="-952448" algn="l" defTabSz="1238182" rtl="0" latinLnBrk="0">
        <a:lnSpc>
          <a:spcPct val="100000"/>
        </a:lnSpc>
        <a:spcBef>
          <a:spcPts val="8850"/>
        </a:spcBef>
        <a:spcAft>
          <a:spcPts val="0"/>
        </a:spcAft>
        <a:buClrTx/>
        <a:buSzPct val="75000"/>
        <a:buFontTx/>
        <a:buChar char="•"/>
        <a:tabLst/>
        <a:defRPr sz="7798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8pPr>
      <a:lvl9pPr marL="8572040" marR="0" indent="-952448" algn="l" defTabSz="1238182" rtl="0" latinLnBrk="0">
        <a:lnSpc>
          <a:spcPct val="100000"/>
        </a:lnSpc>
        <a:spcBef>
          <a:spcPts val="8850"/>
        </a:spcBef>
        <a:spcAft>
          <a:spcPts val="0"/>
        </a:spcAft>
        <a:buClrTx/>
        <a:buSzPct val="75000"/>
        <a:buFontTx/>
        <a:buChar char="•"/>
        <a:tabLst/>
        <a:defRPr sz="7798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9pPr>
    </p:bodyStyle>
    <p:otherStyle>
      <a:lvl1pPr marL="0" marR="0" indent="0" algn="ctr" defTabSz="123818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1pPr>
      <a:lvl2pPr marL="0" marR="0" indent="342882" algn="ctr" defTabSz="123818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2pPr>
      <a:lvl3pPr marL="0" marR="0" indent="685764" algn="ctr" defTabSz="123818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3pPr>
      <a:lvl4pPr marL="0" marR="0" indent="1028644" algn="ctr" defTabSz="123818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4pPr>
      <a:lvl5pPr marL="0" marR="0" indent="1371526" algn="ctr" defTabSz="123818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5pPr>
      <a:lvl6pPr marL="0" marR="0" indent="1714408" algn="ctr" defTabSz="123818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6pPr>
      <a:lvl7pPr marL="0" marR="0" indent="2057290" algn="ctr" defTabSz="123818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7pPr>
      <a:lvl8pPr marL="0" marR="0" indent="2400170" algn="ctr" defTabSz="123818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8pPr>
      <a:lvl9pPr marL="0" marR="0" indent="2743052" algn="ctr" defTabSz="123818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Shape 126"/>
          <p:cNvSpPr/>
          <p:nvPr/>
        </p:nvSpPr>
        <p:spPr>
          <a:xfrm>
            <a:off x="952498" y="728726"/>
            <a:ext cx="33865040" cy="16927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76200" tIns="76200" rIns="76200" bIns="76200">
            <a:spAutoFit/>
          </a:bodyPr>
          <a:lstStyle>
            <a:lvl1pPr algn="l">
              <a:defRPr sz="7000">
                <a:latin typeface="Alright Sans"/>
                <a:ea typeface="Alright Sans"/>
                <a:cs typeface="Alright Sans"/>
                <a:sym typeface="Alright Sans"/>
              </a:defRPr>
            </a:lvl1pPr>
          </a:lstStyle>
          <a:p>
            <a:pPr>
              <a:defRPr sz="3000">
                <a:latin typeface="Alright Sans"/>
                <a:ea typeface="Alright Sans"/>
                <a:cs typeface="Alright Sans"/>
                <a:sym typeface="Alright Sans"/>
              </a:defRPr>
            </a:pPr>
            <a:r>
              <a:rPr lang="en-US" sz="10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Unmodifiable Collections are NOT immutable collections</a:t>
            </a:r>
          </a:p>
        </p:txBody>
      </p:sp>
      <p:sp>
        <p:nvSpPr>
          <p:cNvPr id="128" name="Shape 128"/>
          <p:cNvSpPr/>
          <p:nvPr/>
        </p:nvSpPr>
        <p:spPr>
          <a:xfrm>
            <a:off x="952500" y="18210515"/>
            <a:ext cx="34782668" cy="2"/>
          </a:xfrm>
          <a:prstGeom prst="line">
            <a:avLst/>
          </a:prstGeom>
          <a:ln w="76200">
            <a:solidFill>
              <a:schemeClr val="accent1">
                <a:satOff val="-3355"/>
                <a:lumOff val="26614"/>
              </a:schemeClr>
            </a:solidFill>
            <a:miter lim="400000"/>
          </a:ln>
        </p:spPr>
        <p:txBody>
          <a:bodyPr lIns="76200" tIns="76200" rIns="76200" bIns="76200" anchor="ctr"/>
          <a:lstStyle/>
          <a:p>
            <a:pPr>
              <a:defRPr sz="3200"/>
            </a:pPr>
            <a:endParaRPr sz="4800"/>
          </a:p>
        </p:txBody>
      </p:sp>
      <p:pic>
        <p:nvPicPr>
          <p:cNvPr id="129" name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50974" y="18489726"/>
            <a:ext cx="6321552" cy="1392336"/>
          </a:xfrm>
          <a:prstGeom prst="rect">
            <a:avLst/>
          </a:prstGeom>
          <a:ln w="12700">
            <a:miter lim="400000"/>
          </a:ln>
        </p:spPr>
      </p:pic>
      <p:sp>
        <p:nvSpPr>
          <p:cNvPr id="9" name="Shape 127"/>
          <p:cNvSpPr/>
          <p:nvPr/>
        </p:nvSpPr>
        <p:spPr>
          <a:xfrm flipV="1">
            <a:off x="952499" y="2203340"/>
            <a:ext cx="34782670" cy="38132"/>
          </a:xfrm>
          <a:prstGeom prst="line">
            <a:avLst/>
          </a:prstGeom>
          <a:ln w="152400">
            <a:solidFill>
              <a:schemeClr val="accent1">
                <a:satOff val="-3355"/>
                <a:lumOff val="26614"/>
              </a:schemeClr>
            </a:solidFill>
            <a:miter lim="400000"/>
          </a:ln>
        </p:spPr>
        <p:txBody>
          <a:bodyPr lIns="76200" tIns="76200" rIns="76200" bIns="76200" anchor="ctr"/>
          <a:lstStyle/>
          <a:p>
            <a:pPr>
              <a:defRPr sz="3200"/>
            </a:pPr>
            <a:endParaRPr sz="4800"/>
          </a:p>
        </p:txBody>
      </p:sp>
      <p:sp>
        <p:nvSpPr>
          <p:cNvPr id="10" name="Shape 131"/>
          <p:cNvSpPr/>
          <p:nvPr/>
        </p:nvSpPr>
        <p:spPr>
          <a:xfrm>
            <a:off x="952500" y="18489726"/>
            <a:ext cx="16008688" cy="13080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76200" tIns="76200" rIns="76200" bIns="76200">
            <a:spAutoFit/>
          </a:bodyPr>
          <a:lstStyle/>
          <a:p>
            <a:pPr algn="l">
              <a:defRPr sz="2000">
                <a:latin typeface="Alright Sans"/>
                <a:ea typeface="Alright Sans"/>
                <a:cs typeface="Alright Sans"/>
                <a:sym typeface="Alright Sans"/>
              </a:defRPr>
            </a:pPr>
            <a:r>
              <a:rPr lang="en-US" sz="3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COMPLETE JAVA MASTERCLASS</a:t>
            </a:r>
          </a:p>
          <a:p>
            <a:pPr algn="l">
              <a:defRPr sz="3000">
                <a:latin typeface="Alright Sans"/>
                <a:ea typeface="Alright Sans"/>
                <a:cs typeface="Alright Sans"/>
                <a:sym typeface="Alright Sans"/>
              </a:defRPr>
            </a:pPr>
            <a:r>
              <a:rPr lang="en-US" sz="45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Immutable, Unmodifiable Collections and Views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9DBB243-EF27-4345-872D-E76597E95619}"/>
              </a:ext>
            </a:extLst>
          </p:cNvPr>
          <p:cNvSpPr/>
          <p:nvPr/>
        </p:nvSpPr>
        <p:spPr>
          <a:xfrm>
            <a:off x="952501" y="4285904"/>
            <a:ext cx="34782670" cy="11880176"/>
          </a:xfrm>
          <a:prstGeom prst="rect">
            <a:avLst/>
          </a:prstGeom>
        </p:spPr>
        <p:txBody>
          <a:bodyPr wrap="square">
            <a:normAutofit lnSpcReduction="10000"/>
          </a:bodyPr>
          <a:lstStyle/>
          <a:p>
            <a:pPr algn="l">
              <a:spcAft>
                <a:spcPts val="5022"/>
              </a:spcAft>
            </a:pPr>
            <a:r>
              <a:rPr lang="en-US" sz="6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It is very important to understand that unmodifiable collections are NOT immutable collections.</a:t>
            </a:r>
          </a:p>
          <a:p>
            <a:pPr algn="l">
              <a:spcAft>
                <a:spcPts val="5022"/>
              </a:spcAft>
            </a:pPr>
            <a:r>
              <a:rPr lang="en-US" sz="6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They become immutable collections, if the elements in the collections themselves are fully immutable.</a:t>
            </a:r>
          </a:p>
          <a:p>
            <a:pPr algn="l">
              <a:spcAft>
                <a:spcPts val="5022"/>
              </a:spcAft>
            </a:pPr>
            <a:r>
              <a:rPr lang="en-US" sz="6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They are collections with limited functionality that can help us minimize mutability.</a:t>
            </a:r>
          </a:p>
          <a:p>
            <a:pPr marL="857250" indent="-857250" algn="l">
              <a:spcAft>
                <a:spcPts val="5022"/>
              </a:spcAft>
              <a:buFont typeface="Arial" panose="020B0604020202020204" pitchFamily="34" charset="0"/>
              <a:buChar char="•"/>
            </a:pPr>
            <a:r>
              <a:rPr lang="en-US" sz="6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You can't remove, add or clear elements from an immutable collection.</a:t>
            </a:r>
          </a:p>
          <a:p>
            <a:pPr marL="857250" indent="-857250" algn="l">
              <a:spcAft>
                <a:spcPts val="5022"/>
              </a:spcAft>
              <a:buFont typeface="Arial" panose="020B0604020202020204" pitchFamily="34" charset="0"/>
              <a:buChar char="•"/>
            </a:pPr>
            <a:r>
              <a:rPr lang="en-US" sz="6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You also can't replace or sort elements.</a:t>
            </a:r>
          </a:p>
          <a:p>
            <a:pPr marL="857250" indent="-857250" algn="l">
              <a:spcAft>
                <a:spcPts val="5022"/>
              </a:spcAft>
              <a:buFont typeface="Arial" panose="020B0604020202020204" pitchFamily="34" charset="0"/>
              <a:buChar char="•"/>
            </a:pPr>
            <a:r>
              <a:rPr lang="en-US" sz="6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Mutator methods will throw an </a:t>
            </a:r>
            <a:r>
              <a:rPr lang="en-US" sz="64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UnsupportedOperationException</a:t>
            </a:r>
            <a:r>
              <a:rPr lang="en-US" sz="6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</a:p>
          <a:p>
            <a:pPr marL="857250" indent="-857250" algn="l">
              <a:spcAft>
                <a:spcPts val="5022"/>
              </a:spcAft>
              <a:buFont typeface="Arial" panose="020B0604020202020204" pitchFamily="34" charset="0"/>
              <a:buChar char="•"/>
            </a:pPr>
            <a:r>
              <a:rPr lang="en-US" sz="6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You can't create this type of collection with nulls.</a:t>
            </a:r>
          </a:p>
        </p:txBody>
      </p:sp>
    </p:spTree>
    <p:extLst>
      <p:ext uri="{BB962C8B-B14F-4D97-AF65-F5344CB8AC3E}">
        <p14:creationId xmlns:p14="http://schemas.microsoft.com/office/powerpoint/2010/main" val="2568037488"/>
      </p:ext>
    </p:extLst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Shape 126"/>
          <p:cNvSpPr/>
          <p:nvPr/>
        </p:nvSpPr>
        <p:spPr>
          <a:xfrm>
            <a:off x="952498" y="648044"/>
            <a:ext cx="35437586" cy="16927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76200" tIns="76200" rIns="76200" bIns="76200">
            <a:spAutoFit/>
          </a:bodyPr>
          <a:lstStyle>
            <a:lvl1pPr algn="l">
              <a:defRPr sz="7000">
                <a:latin typeface="Alright Sans"/>
                <a:ea typeface="Alright Sans"/>
                <a:cs typeface="Alright Sans"/>
                <a:sym typeface="Alright Sans"/>
              </a:defRPr>
            </a:lvl1pPr>
          </a:lstStyle>
          <a:p>
            <a:pPr>
              <a:defRPr sz="3000">
                <a:latin typeface="Alright Sans"/>
                <a:ea typeface="Alright Sans"/>
                <a:cs typeface="Alright Sans"/>
                <a:sym typeface="Alright Sans"/>
              </a:defRPr>
            </a:pPr>
            <a:r>
              <a:rPr lang="en-US" sz="9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Unmodifiable Collections vs. Unmodifiable Collection Views</a:t>
            </a:r>
          </a:p>
        </p:txBody>
      </p:sp>
      <p:sp>
        <p:nvSpPr>
          <p:cNvPr id="128" name="Shape 128"/>
          <p:cNvSpPr/>
          <p:nvPr/>
        </p:nvSpPr>
        <p:spPr>
          <a:xfrm>
            <a:off x="952500" y="18210515"/>
            <a:ext cx="34782668" cy="2"/>
          </a:xfrm>
          <a:prstGeom prst="line">
            <a:avLst/>
          </a:prstGeom>
          <a:ln w="76200">
            <a:solidFill>
              <a:schemeClr val="accent1">
                <a:satOff val="-3355"/>
                <a:lumOff val="26614"/>
              </a:schemeClr>
            </a:solidFill>
            <a:miter lim="400000"/>
          </a:ln>
        </p:spPr>
        <p:txBody>
          <a:bodyPr lIns="76200" tIns="76200" rIns="76200" bIns="76200" anchor="ctr"/>
          <a:lstStyle/>
          <a:p>
            <a:pPr>
              <a:defRPr sz="3200"/>
            </a:pPr>
            <a:endParaRPr sz="4800"/>
          </a:p>
        </p:txBody>
      </p:sp>
      <p:pic>
        <p:nvPicPr>
          <p:cNvPr id="129" name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50974" y="18489726"/>
            <a:ext cx="6321552" cy="1392336"/>
          </a:xfrm>
          <a:prstGeom prst="rect">
            <a:avLst/>
          </a:prstGeom>
          <a:ln w="12700">
            <a:miter lim="400000"/>
          </a:ln>
        </p:spPr>
      </p:pic>
      <p:sp>
        <p:nvSpPr>
          <p:cNvPr id="9" name="Shape 127"/>
          <p:cNvSpPr/>
          <p:nvPr/>
        </p:nvSpPr>
        <p:spPr>
          <a:xfrm flipV="1">
            <a:off x="952499" y="2203340"/>
            <a:ext cx="34782670" cy="38132"/>
          </a:xfrm>
          <a:prstGeom prst="line">
            <a:avLst/>
          </a:prstGeom>
          <a:ln w="152400">
            <a:solidFill>
              <a:schemeClr val="accent1">
                <a:satOff val="-3355"/>
                <a:lumOff val="26614"/>
              </a:schemeClr>
            </a:solidFill>
            <a:miter lim="400000"/>
          </a:ln>
        </p:spPr>
        <p:txBody>
          <a:bodyPr lIns="76200" tIns="76200" rIns="76200" bIns="76200" anchor="ctr"/>
          <a:lstStyle/>
          <a:p>
            <a:pPr>
              <a:defRPr sz="3200"/>
            </a:pPr>
            <a:endParaRPr sz="4800"/>
          </a:p>
        </p:txBody>
      </p:sp>
      <p:sp>
        <p:nvSpPr>
          <p:cNvPr id="10" name="Shape 131"/>
          <p:cNvSpPr/>
          <p:nvPr/>
        </p:nvSpPr>
        <p:spPr>
          <a:xfrm>
            <a:off x="952500" y="18489726"/>
            <a:ext cx="16008688" cy="13080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76200" tIns="76200" rIns="76200" bIns="76200">
            <a:spAutoFit/>
          </a:bodyPr>
          <a:lstStyle/>
          <a:p>
            <a:pPr algn="l">
              <a:defRPr sz="2000">
                <a:latin typeface="Alright Sans"/>
                <a:ea typeface="Alright Sans"/>
                <a:cs typeface="Alright Sans"/>
                <a:sym typeface="Alright Sans"/>
              </a:defRPr>
            </a:pPr>
            <a:r>
              <a:rPr lang="en-US" sz="3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COMPLETE JAVA MASTERCLASS</a:t>
            </a:r>
          </a:p>
          <a:p>
            <a:pPr algn="l">
              <a:defRPr sz="3000">
                <a:latin typeface="Alright Sans"/>
                <a:ea typeface="Alright Sans"/>
                <a:cs typeface="Alright Sans"/>
                <a:sym typeface="Alright Sans"/>
              </a:defRPr>
            </a:pPr>
            <a:r>
              <a:rPr lang="en-US" sz="45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Immutable, Unmodifiable Collections and Views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655D163-4BFC-68C7-D2D0-0CAA62BC7F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3315270"/>
              </p:ext>
            </p:extLst>
          </p:nvPr>
        </p:nvGraphicFramePr>
        <p:xfrm>
          <a:off x="12848273" y="3452211"/>
          <a:ext cx="22886895" cy="136695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18799">
                  <a:extLst>
                    <a:ext uri="{9D8B030D-6E8A-4147-A177-3AD203B41FA5}">
                      <a16:colId xmlns:a16="http://schemas.microsoft.com/office/drawing/2014/main" val="2844207666"/>
                    </a:ext>
                  </a:extLst>
                </a:gridCol>
                <a:gridCol w="9575978">
                  <a:extLst>
                    <a:ext uri="{9D8B030D-6E8A-4147-A177-3AD203B41FA5}">
                      <a16:colId xmlns:a16="http://schemas.microsoft.com/office/drawing/2014/main" val="1891655341"/>
                    </a:ext>
                  </a:extLst>
                </a:gridCol>
                <a:gridCol w="10892118">
                  <a:extLst>
                    <a:ext uri="{9D8B030D-6E8A-4147-A177-3AD203B41FA5}">
                      <a16:colId xmlns:a16="http://schemas.microsoft.com/office/drawing/2014/main" val="159082031"/>
                    </a:ext>
                  </a:extLst>
                </a:gridCol>
              </a:tblGrid>
              <a:tr h="1152258">
                <a:tc>
                  <a:txBody>
                    <a:bodyPr/>
                    <a:lstStyle/>
                    <a:p>
                      <a:pPr marL="180000" algn="l"/>
                      <a:endParaRPr lang="en-PH" sz="5400" dirty="0">
                        <a:solidFill>
                          <a:schemeClr val="tx1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86794" marR="86794" marT="43397" marB="43397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180000" algn="l"/>
                      <a:r>
                        <a:rPr lang="en-US" sz="440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Unmodifiable Copy of Collection</a:t>
                      </a:r>
                      <a:endParaRPr lang="en-PH" sz="4400" dirty="0">
                        <a:solidFill>
                          <a:schemeClr val="tx1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86794" marR="86794" marT="43397" marB="43397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180000" algn="l"/>
                      <a:r>
                        <a:rPr lang="en-PH" sz="440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Unmodifiable View of Collection</a:t>
                      </a:r>
                    </a:p>
                  </a:txBody>
                  <a:tcPr marL="86794" marR="86794" marT="43397" marB="43397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8129174"/>
                  </a:ext>
                </a:extLst>
              </a:tr>
              <a:tr h="2581836">
                <a:tc>
                  <a:txBody>
                    <a:bodyPr/>
                    <a:lstStyle/>
                    <a:p>
                      <a:pPr marL="1800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4400" b="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List</a:t>
                      </a:r>
                    </a:p>
                  </a:txBody>
                  <a:tcPr marL="86794" marR="86794" marT="43397" marB="43397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800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4400" b="0" dirty="0" err="1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List.copyOf</a:t>
                      </a:r>
                      <a:endParaRPr lang="en-US" sz="4400" b="0" dirty="0">
                        <a:solidFill>
                          <a:schemeClr val="tx1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  <a:p>
                      <a:pPr marL="1800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sz="4400" b="0" dirty="0">
                        <a:solidFill>
                          <a:schemeClr val="tx1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  <a:p>
                      <a:pPr marL="1800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4400" b="0" dirty="0" err="1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List.of</a:t>
                      </a:r>
                      <a:endParaRPr lang="en-US" sz="4400" b="0" dirty="0">
                        <a:solidFill>
                          <a:schemeClr val="tx1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86794" marR="86794" marT="43397" marB="43397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800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4400" b="0" dirty="0" err="1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Collections.unmodifiableList</a:t>
                      </a:r>
                      <a:r>
                        <a:rPr lang="en-US" sz="4400" b="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 </a:t>
                      </a:r>
                    </a:p>
                  </a:txBody>
                  <a:tcPr marL="86794" marR="86794" marT="43397" marB="43397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0325450"/>
                  </a:ext>
                </a:extLst>
              </a:tr>
              <a:tr h="4087906">
                <a:tc>
                  <a:txBody>
                    <a:bodyPr/>
                    <a:lstStyle/>
                    <a:p>
                      <a:pPr marL="1800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4400" b="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Set</a:t>
                      </a:r>
                    </a:p>
                  </a:txBody>
                  <a:tcPr marL="86794" marR="86794" marT="43397" marB="43397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800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4400" b="0" dirty="0" err="1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Set.copyOf</a:t>
                      </a:r>
                      <a:endParaRPr lang="en-US" sz="4400" b="0" dirty="0">
                        <a:solidFill>
                          <a:schemeClr val="tx1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  <a:p>
                      <a:pPr marL="1800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sz="4400" b="0" dirty="0">
                        <a:solidFill>
                          <a:schemeClr val="tx1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  <a:p>
                      <a:pPr marL="1800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4400" b="0" dirty="0" err="1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Set.of</a:t>
                      </a:r>
                      <a:endParaRPr lang="en-US" sz="4400" b="0" dirty="0">
                        <a:solidFill>
                          <a:schemeClr val="tx1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86794" marR="86794" marT="43397" marB="43397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800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4400" b="0" dirty="0" err="1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Collections.unmodifiableSet</a:t>
                      </a:r>
                      <a:endParaRPr lang="en-US" sz="4400" b="0" dirty="0">
                        <a:solidFill>
                          <a:schemeClr val="tx1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  <a:p>
                      <a:pPr marL="1800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sz="4400" b="0" dirty="0">
                        <a:solidFill>
                          <a:schemeClr val="tx1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  <a:p>
                      <a:pPr marL="1800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4400" b="0" dirty="0" err="1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Collections.unmodifiableNavigableSet</a:t>
                      </a:r>
                      <a:endParaRPr lang="en-US" sz="4400" b="0" dirty="0">
                        <a:solidFill>
                          <a:schemeClr val="tx1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  <a:p>
                      <a:pPr marL="1800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sz="4400" b="0" dirty="0">
                        <a:solidFill>
                          <a:schemeClr val="tx1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  <a:p>
                      <a:pPr marL="1800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4400" b="0" dirty="0" err="1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Collections.unmodifiableSortedSet</a:t>
                      </a:r>
                      <a:endParaRPr lang="en-US" sz="4400" b="0" dirty="0">
                        <a:solidFill>
                          <a:schemeClr val="tx1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86794" marR="86794" marT="43397" marB="43397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1146657"/>
                  </a:ext>
                </a:extLst>
              </a:tr>
              <a:tr h="5847578">
                <a:tc>
                  <a:txBody>
                    <a:bodyPr/>
                    <a:lstStyle/>
                    <a:p>
                      <a:pPr marL="1800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4400" b="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Map</a:t>
                      </a:r>
                    </a:p>
                  </a:txBody>
                  <a:tcPr marL="86794" marR="86794" marT="43397" marB="43397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800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4400" b="0" dirty="0" err="1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Map.copyOf</a:t>
                      </a:r>
                      <a:endParaRPr lang="en-US" sz="4400" b="0" dirty="0">
                        <a:solidFill>
                          <a:schemeClr val="tx1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  <a:p>
                      <a:pPr marL="1800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sz="4400" b="0" dirty="0">
                        <a:solidFill>
                          <a:schemeClr val="tx1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  <a:p>
                      <a:pPr marL="1800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4400" b="0" dirty="0" err="1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Map.entry</a:t>
                      </a:r>
                      <a:r>
                        <a:rPr lang="en-US" sz="4400" b="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(K </a:t>
                      </a:r>
                      <a:r>
                        <a:rPr lang="en-US" sz="4400" b="0" dirty="0" err="1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k</a:t>
                      </a:r>
                      <a:r>
                        <a:rPr lang="en-US" sz="4400" b="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, V v)</a:t>
                      </a:r>
                    </a:p>
                    <a:p>
                      <a:pPr marL="1800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sz="4400" b="0" dirty="0">
                        <a:solidFill>
                          <a:schemeClr val="tx1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  <a:p>
                      <a:pPr marL="1800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4400" b="0" dirty="0" err="1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Map.of</a:t>
                      </a:r>
                      <a:endParaRPr lang="en-US" sz="4400" b="0" dirty="0">
                        <a:solidFill>
                          <a:schemeClr val="tx1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  <a:p>
                      <a:pPr marL="1800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sz="4400" b="0" dirty="0">
                        <a:solidFill>
                          <a:schemeClr val="tx1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  <a:p>
                      <a:pPr marL="1800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4400" b="0" dirty="0" err="1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Map.ofEntries</a:t>
                      </a:r>
                      <a:endParaRPr lang="en-US" sz="4400" b="0" dirty="0">
                        <a:solidFill>
                          <a:schemeClr val="tx1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86794" marR="86794" marT="43397" marB="43397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800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4400" b="0" dirty="0" err="1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Collections.unmodifiableMap</a:t>
                      </a:r>
                      <a:endParaRPr lang="en-US" sz="4400" b="0" dirty="0">
                        <a:solidFill>
                          <a:schemeClr val="tx1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  <a:p>
                      <a:pPr marL="1800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sz="4400" b="0" dirty="0">
                        <a:solidFill>
                          <a:schemeClr val="tx1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  <a:p>
                      <a:pPr marL="1800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4400" b="0" dirty="0" err="1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Collections.unmodifiableNavigableMap</a:t>
                      </a:r>
                      <a:endParaRPr lang="en-US" sz="4400" b="0" dirty="0">
                        <a:solidFill>
                          <a:schemeClr val="tx1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  <a:p>
                      <a:pPr marL="1800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sz="4400" b="0" dirty="0">
                        <a:solidFill>
                          <a:schemeClr val="tx1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  <a:p>
                      <a:pPr marL="1800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4400" b="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Collections. </a:t>
                      </a:r>
                      <a:r>
                        <a:rPr lang="en-US" sz="4400" b="0" dirty="0" err="1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unmodifiableSortedMap</a:t>
                      </a:r>
                      <a:endParaRPr lang="en-US" sz="4400" b="0" dirty="0">
                        <a:solidFill>
                          <a:schemeClr val="tx1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86794" marR="86794" marT="43397" marB="43397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6954692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8AF144F7-5340-68F9-8934-B4E41E8B327C}"/>
              </a:ext>
            </a:extLst>
          </p:cNvPr>
          <p:cNvSpPr/>
          <p:nvPr/>
        </p:nvSpPr>
        <p:spPr>
          <a:xfrm>
            <a:off x="952501" y="3452211"/>
            <a:ext cx="11338111" cy="14479093"/>
          </a:xfrm>
          <a:prstGeom prst="rect">
            <a:avLst/>
          </a:prstGeom>
        </p:spPr>
        <p:txBody>
          <a:bodyPr wrap="square">
            <a:normAutofit lnSpcReduction="10000"/>
          </a:bodyPr>
          <a:lstStyle/>
          <a:p>
            <a:pPr algn="l">
              <a:spcAft>
                <a:spcPts val="5022"/>
              </a:spcAft>
            </a:pPr>
            <a:r>
              <a:rPr lang="en-US" sz="6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 three primary Collection interfaces, List, Set or Map, have methods to get an unmodifiable copy on the specific interface, related to the collection type, as shown, </a:t>
            </a:r>
          </a:p>
          <a:p>
            <a:pPr algn="l">
              <a:spcAft>
                <a:spcPts val="5022"/>
              </a:spcAft>
            </a:pPr>
            <a:r>
              <a:rPr lang="en-US" sz="6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 addition, the </a:t>
            </a:r>
            <a:r>
              <a:rPr lang="en-US" sz="64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java.util.Collections</a:t>
            </a:r>
            <a:r>
              <a:rPr lang="en-US" sz="6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class offers methods, to get unmodifiable views as shown.</a:t>
            </a:r>
          </a:p>
          <a:p>
            <a:pPr algn="l">
              <a:spcAft>
                <a:spcPts val="5022"/>
              </a:spcAft>
            </a:pPr>
            <a:r>
              <a:rPr lang="en-US" sz="6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These methods allow us to get closer to the ideal of immutability, if it's needed.</a:t>
            </a:r>
          </a:p>
        </p:txBody>
      </p:sp>
    </p:spTree>
    <p:extLst>
      <p:ext uri="{BB962C8B-B14F-4D97-AF65-F5344CB8AC3E}">
        <p14:creationId xmlns:p14="http://schemas.microsoft.com/office/powerpoint/2010/main" val="506242626"/>
      </p:ext>
    </p:extLst>
  </p:cSld>
  <p:clrMapOvr>
    <a:masterClrMapping/>
  </p:clrMapOvr>
  <p:transition spd="slow"/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 Light"/>
        <a:ea typeface="Helvetica Light"/>
        <a:cs typeface="Helvetica Light"/>
      </a:majorFont>
      <a:minorFont>
        <a:latin typeface="Helvetica Light"/>
        <a:ea typeface="Helvetica Light"/>
        <a:cs typeface="Helvetica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>
          <a:outerShdw blurRad="38100" dist="25400" dir="5400000" rotWithShape="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50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 Light"/>
        <a:ea typeface="Helvetica Light"/>
        <a:cs typeface="Helvetica Light"/>
      </a:majorFont>
      <a:minorFont>
        <a:latin typeface="Helvetica Light"/>
        <a:ea typeface="Helvetica Light"/>
        <a:cs typeface="Helvetica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>
          <a:outerShdw blurRad="38100" dist="25400" dir="5400000" rotWithShape="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50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620</TotalTime>
  <Words>245</Words>
  <Application>Microsoft Office PowerPoint</Application>
  <PresentationFormat>Custom</PresentationFormat>
  <Paragraphs>45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Arial</vt:lpstr>
      <vt:lpstr>Helvetica</vt:lpstr>
      <vt:lpstr>Helvetica Light</vt:lpstr>
      <vt:lpstr>Helvetica Neue</vt:lpstr>
      <vt:lpstr>Open Sans</vt:lpstr>
      <vt:lpstr>White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Gigabyte</dc:creator>
  <cp:lastModifiedBy>Keane Hubert Ang</cp:lastModifiedBy>
  <cp:revision>165</cp:revision>
  <dcterms:modified xsi:type="dcterms:W3CDTF">2024-07-29T02:12:50Z</dcterms:modified>
</cp:coreProperties>
</file>